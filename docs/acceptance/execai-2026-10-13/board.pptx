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Entered revenue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Conservative scenario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5F6FA"/>
                </a:solidFill>
              </a:defRPr>
            </a:pPr>
            <a:r>
              <a:t>Evidence-led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F6FA"/>
                </a:solidFill>
              </a:defRPr>
            </a:pPr>
            <a:r>
              <a:t>Validate demand before expansion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5F6FA"/>
                </a:solidFill>
              </a:defRPr>
            </a:pPr>
            <a:r>
              <a:t>Alternatives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F6FA"/>
                </a:solidFill>
              </a:defRPr>
            </a:pPr>
            <a:r>
              <a:t>Alternatives: Remain local</a:t>
            </a:r>
          </a:p>
          <a:p>
            <a:pPr>
              <a:defRPr sz="1600">
                <a:solidFill>
                  <a:srgbClr val="F5F6FA"/>
                </a:solidFill>
              </a:defRPr>
            </a:pPr>
            <a:r>
              <a:t>Assumptions: Demand uncertain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5F6FA"/>
                </a:solidFill>
              </a:defRPr>
            </a:pPr>
            <a:r>
              <a:t>Supporting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F6FA"/>
                </a:solidFill>
              </a:defRPr>
            </a:pPr>
            <a:r>
              <a:t>[1] Metric evidence · revision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5F6FA"/>
                </a:solidFill>
              </a:defRPr>
            </a:pPr>
            <a:r>
              <a:t>Scenario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F6FA"/>
                </a:solidFill>
              </a:defRPr>
            </a:pPr>
            <a:r>
              <a:t>Conservative scenario: {"cash": 10000, "monthly_cost": 1000, "monthly_revenue": 500,</a:t>
            </a:r>
          </a:p>
          <a:p>
            <a:pPr>
              <a:defRPr sz="1600">
                <a:solidFill>
                  <a:srgbClr val="F5F6FA"/>
                </a:solidFill>
              </a:defRPr>
            </a:pPr>
            <a:r>
              <a:t>"result": {"net_burn": 500, "runway_months": 20.0, "cash_positive": false, "cac":</a:t>
            </a:r>
          </a:p>
          <a:p>
            <a:pPr>
              <a:defRPr sz="1600">
                <a:solidFill>
                  <a:srgbClr val="F5F6FA"/>
                </a:solidFill>
              </a:defRPr>
            </a:pPr>
            <a:r>
              <a:t>null, "ltv": 0.0, "ltv_cac": null}, "sensitivity": [{"cost_change": -20,</a:t>
            </a:r>
          </a:p>
          <a:p>
            <a:pPr>
              <a:defRPr sz="1600">
                <a:solidFill>
                  <a:srgbClr val="F5F6FA"/>
                </a:solidFill>
              </a:defRPr>
            </a:pPr>
            <a:r>
              <a:t>"runway_months": 33.333333333333336}, {"cost_change": 0, "runway_months": 20.0},</a:t>
            </a:r>
          </a:p>
          <a:p>
            <a:pPr>
              <a:defRPr sz="1600">
                <a:solidFill>
                  <a:srgbClr val="F5F6FA"/>
                </a:solidFill>
              </a:defRPr>
            </a:pPr>
            <a:r>
              <a:t>{"cost_change": 20, "runway_months": 14.285714285714286}]}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5F6FA"/>
                </a:solidFill>
              </a:defRPr>
            </a:pPr>
            <a:r>
              <a:t>Actions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F6FA"/>
                </a:solidFill>
              </a:defRPr>
            </a:pPr>
            <a:r>
              <a:t>No workspace tasks recorded. Agree owners and review 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Entered monthly revenue (project currency)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